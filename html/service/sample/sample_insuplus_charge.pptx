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559675" cy="9906000"/>
  <p:notesSz cx="6864350" cy="99964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14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621191"/>
            <a:ext cx="6425724" cy="3448756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202944"/>
            <a:ext cx="5669756" cy="2391656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1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287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469624"/>
            <a:ext cx="6520220" cy="4120620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6629226"/>
            <a:ext cx="6520220" cy="2166937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90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637014"/>
            <a:ext cx="3212862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637014"/>
            <a:ext cx="3212862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6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27405"/>
            <a:ext cx="6520220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428347"/>
            <a:ext cx="3198096" cy="1190095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618442"/>
            <a:ext cx="3198096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428347"/>
            <a:ext cx="3213847" cy="1190095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618442"/>
            <a:ext cx="3213847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05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26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18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660400"/>
            <a:ext cx="2438192" cy="23114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426283"/>
            <a:ext cx="3827085" cy="7039681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2971800"/>
            <a:ext cx="2438192" cy="5505627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41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660400"/>
            <a:ext cx="2438192" cy="23114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426283"/>
            <a:ext cx="3827085" cy="7039681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2971800"/>
            <a:ext cx="2438192" cy="5505627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29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4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27403"/>
            <a:ext cx="1630055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27403"/>
            <a:ext cx="4795669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49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27405"/>
            <a:ext cx="6520220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637014"/>
            <a:ext cx="6520220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181397"/>
            <a:ext cx="1700927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9616E-D096-4D38-9F5C-923EC3BB1AED}" type="datetimeFigureOut">
              <a:rPr lang="ko-KR" altLang="en-US" smtClean="0"/>
              <a:t>2019-09-04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181397"/>
            <a:ext cx="255139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181397"/>
            <a:ext cx="1700927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B23DC-B67B-48E2-9264-C9BB58B758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43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833509"/>
              </p:ext>
            </p:extLst>
          </p:nvPr>
        </p:nvGraphicFramePr>
        <p:xfrm>
          <a:off x="522287" y="1334557"/>
          <a:ext cx="6515100" cy="1618487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3257550">
                  <a:extLst>
                    <a:ext uri="{9D8B030D-6E8A-4147-A177-3AD203B41FA5}">
                      <a16:colId xmlns:a16="http://schemas.microsoft.com/office/drawing/2014/main" val="2323407416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507503172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주민등록번호</a:t>
                      </a:r>
                      <a:endParaRPr lang="ko-KR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5605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0829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1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휴대폰</a:t>
                      </a:r>
                      <a:endParaRPr lang="ko-KR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endParaRPr lang="ko-KR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537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474736"/>
                  </a:ext>
                </a:extLst>
              </a:tr>
              <a:tr h="2684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85587"/>
                  </a:ext>
                </a:extLst>
              </a:tr>
              <a:tr h="27000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72379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2287" y="441653"/>
            <a:ext cx="651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보험금 </a:t>
            </a:r>
            <a:r>
              <a:rPr lang="ko-KR" altLang="en-US" sz="1400" b="1" dirty="0" smtClean="0"/>
              <a:t>청구서</a:t>
            </a:r>
            <a:endParaRPr lang="ko-KR" altLang="en-US" sz="1400" b="1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073747"/>
              </p:ext>
            </p:extLst>
          </p:nvPr>
        </p:nvGraphicFramePr>
        <p:xfrm>
          <a:off x="522287" y="3519348"/>
          <a:ext cx="6515100" cy="171000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3257550">
                  <a:extLst>
                    <a:ext uri="{9D8B030D-6E8A-4147-A177-3AD203B41FA5}">
                      <a16:colId xmlns:a16="http://schemas.microsoft.com/office/drawing/2014/main" val="2323407416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447495958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발생일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청구담보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5605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입원   </a:t>
                      </a:r>
                      <a:r>
                        <a:rPr lang="en-US" altLang="ko-KR" sz="900" b="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   </a:t>
                      </a:r>
                      <a:r>
                        <a:rPr lang="ko-KR" altLang="en-US" sz="900" b="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통원</a:t>
                      </a:r>
                      <a:r>
                        <a:rPr lang="en-US" altLang="ko-KR" sz="900" b="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/   </a:t>
                      </a:r>
                      <a:r>
                        <a:rPr lang="ko-KR" altLang="en-US" sz="900" b="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수술   </a:t>
                      </a:r>
                      <a:r>
                        <a:rPr lang="en-US" altLang="ko-KR" sz="900" b="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   </a:t>
                      </a:r>
                      <a:r>
                        <a:rPr lang="ko-KR" altLang="en-US" sz="900" b="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사망</a:t>
                      </a:r>
                      <a:endParaRPr lang="ko-KR" altLang="en-US" sz="9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08299"/>
                  </a:ext>
                </a:extLst>
              </a:tr>
              <a:tr h="270000">
                <a:tc gridSpan="2">
                  <a:txBody>
                    <a:bodyPr/>
                    <a:lstStyle/>
                    <a:p>
                      <a:pPr marL="0" marR="0" lvl="1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사고 및 질병 상황</a:t>
                      </a:r>
                      <a:endParaRPr lang="ko-KR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53706"/>
                  </a:ext>
                </a:extLst>
              </a:tr>
              <a:tr h="90000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747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2287" y="3223296"/>
            <a:ext cx="6515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2. </a:t>
            </a:r>
            <a:r>
              <a:rPr lang="ko-KR" altLang="en-US" sz="1000" b="1" dirty="0" err="1" smtClean="0"/>
              <a:t>청구사항</a:t>
            </a:r>
            <a:r>
              <a:rPr lang="ko-KR" altLang="en-US" sz="1000" b="1" dirty="0" smtClean="0"/>
              <a:t> 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323043"/>
              </p:ext>
            </p:extLst>
          </p:nvPr>
        </p:nvGraphicFramePr>
        <p:xfrm>
          <a:off x="522287" y="5795655"/>
          <a:ext cx="6515100" cy="162000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6515100">
                  <a:extLst>
                    <a:ext uri="{9D8B030D-6E8A-4147-A177-3AD203B41FA5}">
                      <a16:colId xmlns:a16="http://schemas.microsoft.com/office/drawing/2014/main" val="232340741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marR="0" lvl="1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은행명</a:t>
                      </a:r>
                      <a:endParaRPr lang="ko-KR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5605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0829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계좌번호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537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47473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예금주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8558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/>
                    </a:p>
                  </a:txBody>
                  <a:tcPr marL="10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72379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22287" y="5495947"/>
            <a:ext cx="6515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3. </a:t>
            </a:r>
            <a:r>
              <a:rPr lang="ko-KR" altLang="en-US" sz="1000" b="1" dirty="0"/>
              <a:t>보험금 수령 </a:t>
            </a:r>
            <a:r>
              <a:rPr lang="ko-KR" altLang="en-US" sz="1000" b="1" dirty="0" smtClean="0"/>
              <a:t>계좌</a:t>
            </a:r>
            <a:endParaRPr lang="ko-KR" altLang="en-US" sz="1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22287" y="7469142"/>
            <a:ext cx="6515100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b="1" smtClean="0">
                <a:solidFill>
                  <a:srgbClr val="FF0000"/>
                </a:solidFill>
              </a:rPr>
              <a:t>⊙ </a:t>
            </a:r>
            <a:r>
              <a:rPr lang="ko-KR" altLang="en-US" sz="800" b="1" dirty="0">
                <a:solidFill>
                  <a:srgbClr val="FF0000"/>
                </a:solidFill>
              </a:rPr>
              <a:t>보험금 </a:t>
            </a:r>
            <a:r>
              <a:rPr lang="ko-KR" altLang="en-US" sz="800" b="1" dirty="0" smtClean="0">
                <a:solidFill>
                  <a:srgbClr val="FF0000"/>
                </a:solidFill>
              </a:rPr>
              <a:t>수령을 타인에게 위임하는 경우 별도의 위임장과 인감증명서를 제출하셔야 합니다</a:t>
            </a:r>
            <a:r>
              <a:rPr lang="en-US" altLang="ko-KR" sz="800" b="1" dirty="0" smtClean="0">
                <a:solidFill>
                  <a:srgbClr val="FF0000"/>
                </a:solidFill>
              </a:rPr>
              <a:t>. </a:t>
            </a:r>
            <a:endParaRPr lang="en-US" altLang="ko-KR" sz="8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287" y="8581793"/>
            <a:ext cx="6515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2 0       </a:t>
            </a:r>
            <a:r>
              <a:rPr lang="ko-KR" altLang="en-US" sz="1000" b="1" dirty="0"/>
              <a:t>년 </a:t>
            </a:r>
            <a:r>
              <a:rPr lang="en-US" altLang="ko-KR" sz="1000" b="1" dirty="0"/>
              <a:t> </a:t>
            </a:r>
            <a:r>
              <a:rPr lang="en-US" altLang="ko-KR" sz="1000" b="1" dirty="0" smtClean="0"/>
              <a:t>                     </a:t>
            </a:r>
            <a:r>
              <a:rPr lang="ko-KR" altLang="en-US" sz="1000" b="1" dirty="0" smtClean="0"/>
              <a:t>월 </a:t>
            </a:r>
            <a:r>
              <a:rPr lang="en-US" altLang="ko-KR" sz="1000" b="1" dirty="0" smtClean="0"/>
              <a:t>                     </a:t>
            </a:r>
            <a:r>
              <a:rPr lang="ko-KR" altLang="en-US" sz="1000" b="1" dirty="0" smtClean="0"/>
              <a:t>일</a:t>
            </a:r>
            <a:endParaRPr lang="en-US" altLang="ko-KR" sz="1000" b="1" dirty="0" smtClean="0"/>
          </a:p>
          <a:p>
            <a:pPr algn="ctr"/>
            <a:endParaRPr lang="en-US" altLang="ko-KR" sz="1000" b="1" dirty="0"/>
          </a:p>
          <a:p>
            <a:pPr algn="r"/>
            <a:endParaRPr lang="en-US" altLang="ko-KR" sz="1000" b="1" dirty="0"/>
          </a:p>
          <a:p>
            <a:pPr algn="r"/>
            <a:r>
              <a:rPr lang="ko-KR" altLang="en-US" sz="1000" b="1" dirty="0" err="1"/>
              <a:t>피보험자명</a:t>
            </a:r>
            <a:r>
              <a:rPr lang="ko-KR" altLang="en-US" sz="1000" b="1" dirty="0"/>
              <a:t> </a:t>
            </a:r>
            <a:r>
              <a:rPr lang="en-US" altLang="ko-KR" sz="1000" b="1" dirty="0" smtClean="0"/>
              <a:t> : ____________________________________</a:t>
            </a:r>
            <a:endParaRPr lang="en-US" altLang="ko-KR" sz="1000" b="1" dirty="0"/>
          </a:p>
          <a:p>
            <a:pPr algn="r"/>
            <a:endParaRPr lang="en-US" altLang="ko-KR" sz="1000" b="1" dirty="0"/>
          </a:p>
          <a:p>
            <a:pPr algn="r"/>
            <a:r>
              <a:rPr lang="ko-KR" altLang="en-US" sz="1000" b="1" dirty="0"/>
              <a:t>서명 </a:t>
            </a:r>
            <a:r>
              <a:rPr lang="en-US" altLang="ko-KR" sz="1000" b="1" dirty="0" smtClean="0"/>
              <a:t>: ____________________________________</a:t>
            </a:r>
            <a:endParaRPr lang="en-US" altLang="ko-KR" sz="1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22287" y="1034847"/>
            <a:ext cx="6515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 </a:t>
            </a:r>
            <a:r>
              <a:rPr lang="ko-KR" altLang="en-US" sz="1000" b="1" dirty="0" smtClean="0"/>
              <a:t>인적사항</a:t>
            </a:r>
            <a:endParaRPr lang="ko-KR" altLang="en-US" sz="1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87" y="406884"/>
            <a:ext cx="1253807" cy="27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86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7258</TotalTime>
  <Words>57</Words>
  <Application>Microsoft Office PowerPoint</Application>
  <PresentationFormat>사용자 지정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Kenneth</dc:creator>
  <cp:lastModifiedBy>Kenneth</cp:lastModifiedBy>
  <cp:revision>21</cp:revision>
  <cp:lastPrinted>2018-02-26T03:10:54Z</cp:lastPrinted>
  <dcterms:created xsi:type="dcterms:W3CDTF">2018-02-26T02:04:22Z</dcterms:created>
  <dcterms:modified xsi:type="dcterms:W3CDTF">2019-09-04T08:30:20Z</dcterms:modified>
</cp:coreProperties>
</file>